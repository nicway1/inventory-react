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TrueLog API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66666"/>
                </a:solidFill>
              </a:defRPr>
            </a:pPr>
            <a:r>
              <a:t>Comprehensive API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08080"/>
                </a:solidFill>
              </a:defRPr>
            </a:pPr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058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432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API Layer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Endpoints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Base URL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API 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/api/v2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API 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/api/v1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Mobile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/api/mobile/v1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278+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  RESTful API design with consistent response formats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Multiple authentication methods (JWT, API Key, Session)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Comprehensive error handling with standardized codes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API v2 - React Frontend API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080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Tickets Module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Inventory Module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Admin Module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System Module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Tickets (6)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Assets (5)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Admin Users 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API Keys (7)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Attachments (5)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Accessories (5)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Admin Companies 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System Settings (6)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Service Records 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Customers (6)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Admin Queues 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User Preferences (3)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Health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Admin Categories 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Dashboard (2)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Reports (2)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7607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HTTP Methods: GET (31) | POST (22) | PUT (10) | DELETE (9)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33"/>
                </a:solidFill>
              </a:defRPr>
            </a:pPr>
            <a:r>
              <a:t>API v1 - Core API Layer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87828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Authentication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Data Management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Utilities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Login/Logout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Tickets CRUD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Search API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Token Verify/Refresh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Users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Health Check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Permissions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Inventory (Assets)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Companies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Accessories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Queues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Asset Tags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Audit Sessions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Bulk Creation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33"/>
                </a:solidFill>
              </a:defRPr>
            </a:pPr>
            <a:r>
              <a:t>Total: 46 Endpoints | Base URL: /api/v1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3399"/>
                </a:solidFill>
              </a:defRPr>
            </a:pPr>
            <a:r>
              <a:t>Mobile API - iOS App Integration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1435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Core Features</a:t>
                      </a:r>
                    </a:p>
                  </a:txBody>
                  <a:tcPr>
                    <a:solidFill>
                      <a:srgbClr val="66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Asset Operations</a:t>
                      </a:r>
                    </a:p>
                  </a:txBody>
                  <a:tcPr>
                    <a:solidFill>
                      <a:srgbClr val="66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Specialized</a:t>
                      </a:r>
                    </a:p>
                  </a:txBody>
                  <a:tcPr>
                    <a:solidFill>
                      <a:srgbClr val="66339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Asset CRUD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Device Specs Collector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Tickets List/Details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Asset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PDF/OCR Extraction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Ticket 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Asset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Asset Intake Check-in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Dashboard Stats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Accessories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Service Records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Outbound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Attachment Management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Return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Company Selection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Tracking Lookup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Next Tag Generation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63399"/>
                </a:solidFill>
              </a:defRPr>
            </a:pPr>
            <a:r>
              <a:t>Total: 65 Endpoints | Base URL: /api/mobile/v1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C6600"/>
                </a:solidFill>
              </a:defRPr>
            </a:pPr>
            <a:r>
              <a:t>Inline Routes - Supporting APIs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Admin/System</a:t>
                      </a:r>
                    </a:p>
                  </a:txBody>
                  <a:tcPr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Data Operations</a:t>
                      </a:r>
                    </a:p>
                  </a:txBody>
                  <a:tcPr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Dev Tools</a:t>
                      </a:r>
                    </a:p>
                  </a:txBody>
                  <a:tcPr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Utilities</a:t>
                      </a:r>
                    </a:p>
                  </a:txBody>
                  <a:tcPr>
                    <a:solidFill>
                      <a:srgbClr val="CC66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User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Inventory SF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Chatbot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Permissions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Action 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Documents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CSV Import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Search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Changelog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Reports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Asset Checkout Import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Inventory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Shipments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Work Plans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Knowledge Base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Ticket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Meetings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SLA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User Cloning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Intake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Database Backup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Parcel Tracking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Billing Generator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Import Manager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Notification 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Authentication Methods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5720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Header/Mechanism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JWT Bearer 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Authorization: Bearer &lt;token&gt;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Mobile apps, API access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API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X-API-Key: &lt;key&gt;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External integrations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Cookie-based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Web interface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Dual 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Bearer OR API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Flexible endpoint access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  JWT tokens expire after 24 hours (refreshable within 7 days)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  Mobile tokens expire after 30 days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  API keys support granular permissions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  278+ Total Endpoints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        Comprehensive API coverage across all layers</a:t>
            </a: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  4 API Layers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        v2 (React), v1 (Core), Mobile (iOS), Inline Routes</a:t>
            </a: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  Standardized Responses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        Consistent JSON format with proper error handling</a:t>
            </a: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  Multiple Auth Methods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        JWT, API Key, Session, and Dual authentication</a:t>
            </a: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  Full CRUD Operations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        Complete management of tickets, assets, users</a:t>
            </a: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  Mobile Optimized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        Specialized endpoints for iOS app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Generated: 2026-02-06 | TrueLog Inventory Management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